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hội đồng. Đây là AI Quality Intelligence Platform của Team 116 — nền tảng phân tích phản hồi khách hàng cho dịch vụ di chuyển xanhSM.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Bài toán xuất phát từ thực tế: hàng nghìn phản hồi mỗi ngày từ nhiều kênh, đội vận hành đọc không xuể, và những sự cố an toàn nghiêm trọng dễ bị chôn vùi.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Vì vậy bài toán là tự động hoá toàn bộ luồng: tiếp nhận, phân loại, phát hiện sớm, định tuyến đúng phòng, và đi tới hành động — dưới các ràng buộc realtime, an toàn, con người trong vòng kiểm soát.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Giải pháp là một khoang lái điều hành chất lượng realtime, gói 11 tính năng vào 4 nhóm: Tiếp nhận, Phân tích, Cảnh báo, Hành động.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kiến trúc: ba tầng frontend / pipeline / supabase, triển khai thành 6 service Railway. Supabase là trục realtime — pipeline ghi, frontend đọc.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luồng vận hành end-to-end. Mỗi bước có sản phẩm kiểm chứng được; máy làm phần nặng, con người giữ các quyết định quan trọng.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1 — thu nhận. Người dùng không khai nhãn; hệ thống che PII rồi để ML tự gán topic, cảm xúc, mức độ. Luật safety ép P5 cho ca nguy hiểm.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2 — khi có spike, LLM phân tích nguyên nhân gốc rễ và đề xuất hành động, rồi giao đúng một trong sáu phòng ban; ticket tự chạy theo SLA.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3 — Human-in-the-loop. Ca nguy hiểm hoặc không chắc vào hàng đợi duyệt; nhân viên sửa hoặc duyệt, mọi thay đổi được ghi log để audit và retrain.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4 — multi-agent. 8 agent cộng orchestrator sinh báo cáo theo phòng, cấu trúc ba khối Vấn đề – Phân tích – Đề xuất, kèm tóm tắt điều hành.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5 — vòng khép kín. Manager biên tập đề xuất trong báo cáo rồi duyệt một nút để tạo task chính thức, có liên kết ngược về báo cáo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Trước khi đi vào chi tiết, đây là vòng đời một task qua năm trạng thái: đang mở, đã giao, đang xử lý, chờ duyệt, đã xong. Điểm quan trọng là mỗi bước có người chịu trách nhiệm rõ ràng — hệ thống tạo việc, manager giao và duyệt, nhân viên xử lý và báo cáo.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Về vận hành giao việc: task gom từ ticket và báo cáo đã gắn sẵn phòng ban. Manager mở phần Gán task, hệ thống còn gợi ý người nhận cân bằng tải, rồi chọn nhân viên và đặt hạn để giao. Task đi qua năm trạng thái: đang mở, đã giao, đang xử lý, chờ duyệt, đã xong.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Phía nhân viên: với bộ lọc Việc của tôi, mỗi người chỉ thấy task được giao cho mình. Họ bấm Nhận việc để bắt đầu xử lý, rồi nộp báo cáo hoàn thành ở ba mức; task chuyển sang chờ duyệt để manager phê duyệt khép vòng. Giao diện cũng rút gọn đúng theo quyền.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Hoạt động 6 — AI Chat với RAG hybrid. Trả lời có dẫn chứng từ SOP nội bộ; phân quyền tự động: guest chỉ thấy FAQ, staff thấy dữ liệu nội bộ.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Năm nguyên tắc sản phẩm này chi phối mọi quyết định thiết kế — đặc biệt là rút ngắn khoảng cách giữa một lời phàn nàn và một hành động khắc phục.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Hiện trạng: vòng khép kín đã hoàn thiện, chạy trên dữ liệu review tiếng Việt thật. Tiếp theo là mở rộng knowledge base cho 6 phòng và tinh chỉnh đánh giá.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Cảm ơn hội đồng. Em xin sẵn sàng cho phần hỏi đáp.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533400"/>
            <a:ext cx="4080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AI20K · COHORT 2 · TEAM 116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7950" y="863501"/>
            <a:ext cx="4080510" cy="131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</a:t>
            </a:r>
            <a:endParaRPr lang="en-US" sz="3300" dirty="0"/>
          </a:p>
          <a:p>
            <a:pPr algn="l" indent="0" marL="0">
              <a:lnSpc>
                <a:spcPts val="3465"/>
              </a:lnSpc>
              <a:spcBef>
                <a:spcPts val="1400"/>
              </a:spcBef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Platform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07950" y="2361009"/>
            <a:ext cx="4080510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Nền tảng phân tích chất lượng dịch vụ di chuyển thông minh 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</a:t>
            </a:r>
            <a:pPr algn="l" indent="0" marL="0">
              <a:lnSpc>
                <a:spcPts val="1820"/>
              </a:lnSpc>
              <a:spcBef>
                <a:spcPts val="1400"/>
              </a:spcBef>
              <a:buNone/>
            </a:pPr>
            <a:r>
              <a:rPr lang="en-US" sz="13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bằng AI.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7950" y="3026122"/>
            <a:ext cx="408051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EAFB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 phản hồi · Che PII · Phân loại ML · Phát hiện điểm nóng · Định tuyến 6 phòng ban · Multi-agent · Chat RAG.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7950" y="4514850"/>
            <a:ext cx="40805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422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React 19 · Supabase · 6 Railway 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86151" y="1285726"/>
            <a:ext cx="4025950" cy="257204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private/tmp/claude-501/-Users-kenz-de-projects-C2-App-116/3d8df5ac-6b2b-4cce-a997-fe0b4573b465/scratchpad/build/assets/lan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077" y="1358652"/>
            <a:ext cx="3880098" cy="24261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BỐI CẢNH &amp; VẤN ĐỀ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đổ về mỗi ngày, nhưng đội vận hành không kịp đọc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hàng nghìn đánh giá từ App Store, Google Play, hotline và khảo sát, vấn đề thật sự bị pha loãng — và sự cố an toàn dễ bị chôn vùi giữa các phản hồi thông thường.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811982"/>
            <a:ext cx="196215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3838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92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12K+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542925" y="2423071"/>
            <a:ext cx="1671066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hồi mỗi ngày, đa kênh rời rạc — không nguồn tập trung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2085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520851" y="1811982"/>
            <a:ext cx="1962299" cy="0"/>
          </a:xfrm>
          <a:prstGeom prst="line">
            <a:avLst/>
          </a:prstGeom>
          <a:noFill/>
          <a:ln w="47625">
            <a:solidFill>
              <a:srgbClr val="E089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7838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2085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2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82776" y="2013496"/>
            <a:ext cx="167121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08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Thủ công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2682776" y="2423071"/>
            <a:ext cx="1671218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&amp; phân loại bằng tay → chậm, thiếu nhất quán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60850" y="1788170"/>
            <a:ext cx="1962150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660850" y="1811982"/>
            <a:ext cx="1962150" cy="0"/>
          </a:xfrm>
          <a:prstGeom prst="line">
            <a:avLst/>
          </a:prstGeom>
          <a:noFill/>
          <a:ln w="47625">
            <a:solidFill>
              <a:srgbClr val="D24B4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18238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0850" y="4669036"/>
            <a:ext cx="19621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5613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2775" y="2013496"/>
            <a:ext cx="167106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D2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Sự cố ẩn</a:t>
            </a:r>
            <a:endParaRPr lang="en-US" sz="2300" dirty="0"/>
          </a:p>
        </p:txBody>
      </p:sp>
      <p:sp>
        <p:nvSpPr>
          <p:cNvPr id="25" name="Text 23"/>
          <p:cNvSpPr/>
          <p:nvPr/>
        </p:nvSpPr>
        <p:spPr>
          <a:xfrm>
            <a:off x="4822775" y="2423071"/>
            <a:ext cx="1671066" cy="37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 nạn, quấy rối, gian lận lẫn trong "nhiễu" phản hồi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0701" y="1788170"/>
            <a:ext cx="1962299" cy="2885629"/>
          </a:xfrm>
          <a:prstGeom prst="roundRect">
            <a:avLst>
              <a:gd name="adj" fmla="val 647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6800701" y="1811982"/>
            <a:ext cx="1962299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8237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00701" y="4669036"/>
            <a:ext cx="196229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5464" y="1788170"/>
            <a:ext cx="0" cy="2885629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62626" y="2013496"/>
            <a:ext cx="1671218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Phản ứng chậm</a:t>
            </a:r>
            <a:endParaRPr lang="en-US" sz="2300" dirty="0"/>
          </a:p>
        </p:txBody>
      </p:sp>
      <p:sp>
        <p:nvSpPr>
          <p:cNvPr id="32" name="Text 30"/>
          <p:cNvSpPr/>
          <p:nvPr/>
        </p:nvSpPr>
        <p:spPr>
          <a:xfrm>
            <a:off x="6962626" y="2756446"/>
            <a:ext cx="1671218" cy="56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spcBef>
                <a:spcPts val="600"/>
              </a:spcBef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điểm nóng muộn → mất niềm tin khách hàng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Biến phản hồi thô thành hành động được giao đúng người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272629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luồng tự động, khép kín — từ lúc khách nói, đến lúc đúng phòng ban nhận việc và xử lý dứt điểm.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03661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655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2828" y="2203400"/>
            <a:ext cx="943618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động đa kênh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5917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094607" y="1708100"/>
            <a:ext cx="1527572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2094607" y="1731913"/>
            <a:ext cx="1527572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17416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4607" y="2855268"/>
            <a:ext cx="1527572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9937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50308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192578" y="2203400"/>
            <a:ext cx="1331631" cy="49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loại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mức độ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72929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808363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808363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31023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08363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3125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63915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028386" y="2203400"/>
            <a:ext cx="1087377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sớm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nóng &amp; sự cố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386536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5521970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521970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44630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1970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26732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7522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5669887" y="2203400"/>
            <a:ext cx="1231440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tuyến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đúng 1 trong 6 phòng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00143" y="2136428"/>
            <a:ext cx="86377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7235577" y="1708100"/>
            <a:ext cx="1527423" cy="1151930"/>
          </a:xfrm>
          <a:prstGeom prst="roundRect">
            <a:avLst>
              <a:gd name="adj" fmla="val 1102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7235577" y="1731913"/>
            <a:ext cx="1527423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58237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35577" y="2855268"/>
            <a:ext cx="1527423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240339" y="1708100"/>
            <a:ext cx="0" cy="115193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91129" y="1908125"/>
            <a:ext cx="21617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516779" y="2203400"/>
            <a:ext cx="964871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</a:t>
            </a:r>
            <a:endParaRPr lang="en-US" sz="1000" dirty="0"/>
          </a:p>
          <a:p>
            <a:pPr algn="ctr" indent="0" marL="0">
              <a:lnSpc>
                <a:spcPts val="1300"/>
              </a:lnSpc>
              <a:spcBef>
                <a:spcPts val="600"/>
              </a:spcBef>
              <a:buNone/>
            </a:pPr>
            <a:r>
              <a:rPr lang="en-US" sz="10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&amp; duyệt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81000" y="3088630"/>
            <a:ext cx="8382000" cy="747117"/>
          </a:xfrm>
          <a:prstGeom prst="roundRect">
            <a:avLst>
              <a:gd name="adj" fmla="val 1699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093393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088630"/>
            <a:ext cx="0" cy="74711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3830985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088630"/>
            <a:ext cx="0" cy="747117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3250555"/>
            <a:ext cx="8170736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7"/>
              </a:lnSpc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Ràng buộc:</a:t>
            </a:r>
            <a:pPr algn="l" indent="0" marL="0">
              <a:lnSpc>
                <a:spcPts val="1667"/>
              </a:lnSpc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realtime, an toàn được ưu tiên tuyệt đối, giữ con người trong vòng kiểm soát, và phân quyền dữ liệu theo vai trò.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599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TỔNG QUAN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685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"khoang lái" điều hành chất lượng theo thời gian thực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437829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nhận: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phản hồi đa kênh, streaming realtime.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ML phân loại + ma trận rủi ro 5 chiều bằng LLM.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Cảnh báo: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phát hiện spike → alert/ticket định tuyến 6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Hành động: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multi-agent, báo cáo AI, khép kín báo cáo → task.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361629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434554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TỔNG THỂ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tầng, một trục realtime, sáu service triển khai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44178"/>
            <a:ext cx="2692301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67991"/>
            <a:ext cx="269230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685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2252663"/>
            <a:ext cx="269230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44203"/>
            <a:ext cx="24158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app/ — Frontend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2925" y="1498104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TanStack Start + React 19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2925" y="1718370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Cockpit, Chat, Admin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2925" y="1938635"/>
            <a:ext cx="2415820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Supabase realtime (RLS)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25701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225701" y="1067991"/>
            <a:ext cx="2692450" cy="0"/>
          </a:xfrm>
          <a:prstGeom prst="line">
            <a:avLst/>
          </a:prstGeom>
          <a:noFill/>
          <a:ln w="47625">
            <a:solidFill>
              <a:srgbClr val="0E6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1338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25701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3046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7626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6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 — Backend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7626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FastAPI: clean → classify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387626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→ spike → LLM agent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7626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worker nền (ticket/ingest/ml/agent)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70550" y="1044178"/>
            <a:ext cx="2692450" cy="1213247"/>
          </a:xfrm>
          <a:prstGeom prst="roundRect">
            <a:avLst>
              <a:gd name="adj" fmla="val 1046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070550" y="1067991"/>
            <a:ext cx="2692450" cy="0"/>
          </a:xfrm>
          <a:prstGeom prst="line">
            <a:avLst/>
          </a:prstGeom>
          <a:noFill/>
          <a:ln w="47625">
            <a:solidFill>
              <a:srgbClr val="7A5A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58238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70550" y="2252663"/>
            <a:ext cx="269245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75313" y="1044178"/>
            <a:ext cx="0" cy="1213247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32475" y="1244203"/>
            <a:ext cx="2415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supabase/ — Dữ liệu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232475" y="1498104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RLS + RBAC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32475" y="1718370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migration, pgvector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232475" y="1938635"/>
            <a:ext cx="2415972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spcBef>
                <a:spcPts val="500"/>
              </a:spcBef>
              <a:buNone/>
            </a:pPr>
            <a:r>
              <a:rPr lang="en-US" sz="9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Trục nối: pipeline ghi · FE đọc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81000" y="2435126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381000" y="2439888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58237" y="2435126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1000" y="314533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9575" y="2435126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0550" y="2597051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Railway service Docker — frontend, backend (web API) và 4 worker dùng chung </a:t>
            </a:r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pipeline/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là trục: pipeline Python ghi kết quả, frontend đọc trực tiếp để hiển thị realtime.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998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VẬN HÀNH E2E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review thô đến task được phê duyệt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929878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bước có sản phẩm rõ ràng và có thể kiểm chứng — máy làm phần nặng, con người giữ quyết định quan trọng.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305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59735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2631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thô đa kênh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243161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71226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37697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65624" y="1835051"/>
            <a:ext cx="8233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 PII tự động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2097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90081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15510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28407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phân loại + rule safety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39893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868043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93472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34454" y="1835051"/>
            <a:ext cx="7972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spike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76750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945856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1286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84182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/ Ticket định tuyến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54712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023818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49248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762146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duyệt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32525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101632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227061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839958" y="1835051"/>
            <a:ext cx="8535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AI theo phòng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710487" y="1671638"/>
            <a:ext cx="19431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179594" y="144154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0E8C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305023" y="1530400"/>
            <a:ext cx="792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17921" y="1835051"/>
            <a:ext cx="85344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5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→ Task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81000" y="2450902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381000" y="2455664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7" y="2450902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1000" y="3161109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9575" y="2450902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0550" y="2612827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xuyên suốt: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 toàn ép mức P5 dù model nghĩ khác; ca không chắc/safety tự vào hàng đợi duyệt; mọi chỉnh sửa được ghi log phục vụ audit và retrain.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873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①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nhận, che PII &amp; phân loại tự động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gửi chỉ nhập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nội dung + kênh + khu vực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không khai nhãn.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 tự động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SĐT, email, biển số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trước khi lưu.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TF-IDF/LinearSVC tự gán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· cảm xúc · severity + confidence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Luật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tiếng Việt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ép P5 cho tai nạn/quấy rối — không nhường xác suất.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②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→ Alert → Ticket định tuyến 6 phòng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2158305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Spike detector bắt vùng dồn P4/P5 vượt ngưỡng.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phân tích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nhân gốc rễ + hành động đề xuất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Giao đúng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trong 6 phòng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IT · CSKH · Vận hành · Tài chính · Sản phẩm · Rủi ro &amp; Gian lận.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tự chuyển trạng thái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→ in_progress → resolved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③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Human-in-the-Loop: con người giữ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đợi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Cần 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gom ca P5 / safety / confidence thấp.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nêu rõ lý do — ví dụ phát hiện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khoá an toàn "cướp"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nhãn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hoặc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trong vài giây.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sửa đổi ghi vào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correction_logs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audit + dữ liệu retrain.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feedb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④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&amp; Báo cáo AI theo phòng ban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agent nghiệp vụ + orchestrator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theo lịch (09:00 &amp; 14:00).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phòng có "trợ lý AI" tổng hợp tình hình riêng.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cấu trúc 3 khối: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Vấn đề → Phân tích → Đề xuất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Kèm tóm tắt điều hành, mức rủi ro và cảnh báo SLA.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⑤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kín: từ Báo cáo AI tới Task chính thức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biên tập draft task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từ đề xuất của báo cáo (phạm vi, ưu tiên).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nút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tạo task chính thức trên Task Board.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mang badge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"Từ báo cáo"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liên kết ngược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báo cáo gốc.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bổ &amp; theo dõi task theo từng phòng ban.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VÒNG ĐỜI TASK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trạng thái, rõ ai làm gì ở mỗi bước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929878"/>
            <a:ext cx="85496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500"/>
              </a:spcBef>
              <a:buNone/>
            </a:pPr>
            <a:r>
              <a:rPr lang="en-US" sz="11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task đi qua một vòng đời thống nhất — máy tạo việc, manager giao &amp; duyệt, nhân viên xử lý &amp; báo cáo.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444823"/>
            <a:ext cx="1351359" cy="0"/>
          </a:xfrm>
          <a:prstGeom prst="line">
            <a:avLst/>
          </a:prstGeom>
          <a:noFill/>
          <a:ln w="57150">
            <a:solidFill>
              <a:srgbClr val="E089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2759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100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576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8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E08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mở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8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3788" y="2080171"/>
            <a:ext cx="112578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từ ticket/báo cáo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8311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13866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2138660" y="1444823"/>
            <a:ext cx="1351359" cy="0"/>
          </a:xfrm>
          <a:prstGeom prst="line">
            <a:avLst/>
          </a:prstGeom>
          <a:noFill/>
          <a:ln w="57150">
            <a:solidFill>
              <a:srgbClr val="5B6C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525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3866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14342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5144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5B6C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giao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5144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51448" y="2080171"/>
            <a:ext cx="112578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 người nhận + đặt hạn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4077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389632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3896320" y="1444823"/>
            <a:ext cx="1351359" cy="0"/>
          </a:xfrm>
          <a:prstGeom prst="line">
            <a:avLst/>
          </a:prstGeom>
          <a:noFill/>
          <a:ln w="57150">
            <a:solidFill>
              <a:srgbClr val="2E8B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4291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9632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0108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0910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2E8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xử lý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00910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2E8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09108" y="2080171"/>
            <a:ext cx="1125784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"Nhận việc"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9843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5653980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653980" y="1444823"/>
            <a:ext cx="1351359" cy="0"/>
          </a:xfrm>
          <a:prstGeom prst="line">
            <a:avLst/>
          </a:prstGeom>
          <a:noFill/>
          <a:ln w="57150">
            <a:solidFill>
              <a:srgbClr val="7A5AF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00577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53980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5874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766768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7A5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Chờ duyệt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66768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2E8B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766768" y="2080171"/>
            <a:ext cx="112578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báo cáo hoàn thành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56090" y="1801416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7411641" y="1416248"/>
            <a:ext cx="1351359" cy="1122908"/>
          </a:xfrm>
          <a:prstGeom prst="roundRect">
            <a:avLst>
              <a:gd name="adj" fmla="val 1131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7411641" y="1444823"/>
            <a:ext cx="1351359" cy="0"/>
          </a:xfrm>
          <a:prstGeom prst="line">
            <a:avLst/>
          </a:prstGeom>
          <a:noFill/>
          <a:ln w="57150">
            <a:solidFill>
              <a:srgbClr val="1FA9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758238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411641" y="2534394"/>
            <a:ext cx="1351359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16403" y="1416248"/>
            <a:ext cx="0" cy="1122908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24429" y="1625798"/>
            <a:ext cx="1125784" cy="181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13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xong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7524429" y="1896070"/>
            <a:ext cx="112578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700"/>
              </a:spcBef>
              <a:buNone/>
            </a:pPr>
            <a:r>
              <a:rPr lang="en-US" sz="9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24429" y="2080171"/>
            <a:ext cx="1125784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spcBef>
                <a:spcPts val="4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duyệt, khép vòng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81000" y="2818507"/>
            <a:ext cx="8382000" cy="728960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381000" y="2823270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58237" y="2818507"/>
            <a:ext cx="0" cy="72896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1000" y="3542705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09575" y="2818507"/>
            <a:ext cx="0" cy="72896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550" y="2980432"/>
            <a:ext cx="8170736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chuyển trạng thái đều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log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phục vụ audit; task </a:t>
            </a:r>
            <a:pPr algn="l" indent="0" marL="0">
              <a:lnSpc>
                <a:spcPts val="1595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quá hạn</a:t>
            </a:r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được tự đánh dấu để manager theo dõi. Quyền thao tác được kiểm ở backend theo vai trò &amp; phòng ban.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8869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GIAO VIỆC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phân chia &amp; giao việc cho nhân viên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gom từ ticket/báo cáo,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gắn sẵn phòng ban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phụ trách.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"Gán task"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AI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 người nhận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cân bằng tải trong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nhân viên + đặt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hoàn thành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bấm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Gán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Vòng đời: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mở → Đã giao → Đang xử lý → Chờ duyệt → Đã xong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VẬN HÀNH · NHÂN VIÊN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Nhân viên nhận việc, xử lý &amp; báo cáo lên quản lý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"Việc của tôi":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thấy task được giao cho mình (lọc theo phòng + người nhận).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"Nhận việc"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task chuyển sang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xử lý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hoàn thành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(Hoàn thành / Một phần / Bị chặn) → task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Chờ 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duyệt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để khép vòng; giao diện rút gọn đúng quyền (RBAC).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sta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HOẠT ĐỘNG ⑥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8087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Chat + RAG Hybrid, phân quyền theo vai trò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15222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Search: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 embed-multilingual-v3 + BM25-lite + RRF (k=60)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lời có dẫn chứng — trích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nội bộ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và bảng dữ liệu thật.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động: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chỉ FAQ công khai, 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thấy nội bộ.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giao diện chat — quyền truy cập đổi theo role.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7602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14895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 DUY SẢN PHẨM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nguyên tắc định hình mọi quyết định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69628"/>
            <a:ext cx="1554361" cy="2686050"/>
          </a:xfrm>
          <a:prstGeom prst="roundRect">
            <a:avLst>
              <a:gd name="adj" fmla="val 817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81000" y="1093440"/>
            <a:ext cx="1554361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3059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1000" y="3750915"/>
            <a:ext cx="1554361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576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2925" y="1269653"/>
            <a:ext cx="125512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2925" y="1571179"/>
            <a:ext cx="1255121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toàn không nhường xác suất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2925" y="1983730"/>
            <a:ext cx="1255121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safety ép P5 dù model nghĩ khác.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08776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208776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3750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8776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9252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968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24968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49686" y="1983730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đề xuất, con người quyết &amp; chịu trách nhiệm.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794671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794671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4441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94671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9943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6596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956596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quyền tự động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956596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 4 vai trò, dữ liệu lọc theo role qua RLS.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0158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550158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132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50158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0634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350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663505" y="1571179"/>
            <a:ext cx="125527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Khép kín phản hồi → hành động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663505" y="1983730"/>
            <a:ext cx="125527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phân tích phải dẫn tới việc được giao.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208490" y="1069628"/>
            <a:ext cx="1554510" cy="2686050"/>
          </a:xfrm>
          <a:prstGeom prst="roundRect">
            <a:avLst>
              <a:gd name="adj" fmla="val 817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7208490" y="1093440"/>
            <a:ext cx="1554510" cy="0"/>
          </a:xfrm>
          <a:prstGeom prst="line">
            <a:avLst/>
          </a:prstGeom>
          <a:noFill/>
          <a:ln w="47625">
            <a:solidFill>
              <a:srgbClr val="0E8C8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758238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8490" y="3750915"/>
            <a:ext cx="155451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3253" y="1069628"/>
            <a:ext cx="0" cy="268605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70415" y="1269653"/>
            <a:ext cx="125527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370415" y="1571179"/>
            <a:ext cx="1255273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spcBef>
                <a:spcPts val="500"/>
              </a:spcBef>
              <a:buNone/>
            </a:pPr>
            <a:r>
              <a:rPr lang="en-US" sz="11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Realtime-first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70415" y="1809155"/>
            <a:ext cx="1255273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spcBef>
                <a:spcPts val="500"/>
              </a:spcBef>
              <a:buNone/>
            </a:pPr>
            <a:r>
              <a:rPr lang="en-US" sz="9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vấn đề khi nó đang xảy ra, không phải hôm sau.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81000" y="3958828"/>
            <a:ext cx="8382000" cy="714970"/>
          </a:xfrm>
          <a:prstGeom prst="roundRect">
            <a:avLst>
              <a:gd name="adj" fmla="val 177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81000" y="3963591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58237" y="3958828"/>
            <a:ext cx="0" cy="71497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" y="4669036"/>
            <a:ext cx="8382000" cy="0"/>
          </a:xfrm>
          <a:prstGeom prst="line">
            <a:avLst/>
          </a:prstGeom>
          <a:noFill/>
          <a:ln w="9525">
            <a:solidFill>
              <a:srgbClr val="D9E8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9575" y="3958828"/>
            <a:ext cx="0" cy="714970"/>
          </a:xfrm>
          <a:prstGeom prst="line">
            <a:avLst/>
          </a:prstGeom>
          <a:noFill/>
          <a:ln w="5715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90550" y="4120753"/>
            <a:ext cx="81707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phẩm không dừng ở "phân loại đúng" — nó được thiết kế để </a:t>
            </a:r>
            <a:pPr algn="l" indent="0" marL="0">
              <a:lnSpc>
                <a:spcPts val="1540"/>
              </a:lnSpc>
              <a:buNone/>
            </a:pPr>
            <a:r>
              <a:rPr lang="en-US" sz="110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rút ngắn khoảng cách giữa một lời phàn nàn và một hành động khắc phục</a:t>
            </a:r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1000" y="330101"/>
            <a:ext cx="85496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0E8C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&amp;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1000" y="523726"/>
            <a:ext cx="8549640" cy="342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500" b="1" dirty="0">
                <a:solidFill>
                  <a:srgbClr val="0B5E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hoàn thiện vòng khép kín, sẵn sàng mở rộng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381000" y="1095077"/>
            <a:ext cx="3048149" cy="194667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có: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task loop, Human-in-the-loop, RAG hybrid, định tuyến 6 phòng.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streaming ~50 review/giây + scheduler tự sinh alert/ticket.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chứng: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chạy trên dữ liệu review tiếng Việt thật từ App Store/Google Play.</a:t>
            </a:r>
            <a:endParaRPr lang="en-US" sz="1150" dirty="0"/>
          </a:p>
          <a:p>
            <a:pPr algn="l" marL="88900" indent="-88900">
              <a:lnSpc>
                <a:spcPts val="1667"/>
              </a:lnSpc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theo:</a:t>
            </a:r>
            <a:pPr algn="l" indent="0" marL="0">
              <a:lnSpc>
                <a:spcPts val="1667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0E2B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mở rộng KB nội bộ cho 6 phòng, tinh chỉnh ML &amp; đánh giá agent.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32299" y="1018877"/>
            <a:ext cx="5130701" cy="3262759"/>
          </a:xfrm>
          <a:prstGeom prst="roundRect">
            <a:avLst>
              <a:gd name="adj" fmla="val 3892"/>
            </a:avLst>
          </a:prstGeom>
          <a:solidFill>
            <a:srgbClr val="FFFFFF"/>
          </a:solidFill>
          <a:ln w="9525">
            <a:solidFill>
              <a:srgbClr val="D9E8E4"/>
            </a:solidFill>
          </a:ln>
          <a:effectLst>
            <a:outerShdw sx="100000" sy="100000" kx="0" ky="0" algn="bl" rotWithShape="0" blurRad="133350" dist="47625" dir="3180000">
              <a:srgbClr val="0b5e5c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/private/tmp/claude-501/-Users-kenz-de-projects-C2-App-116/3d8df5ac-6b2b-4cce-a997-fe0b4573b465/scratchpad/build/asse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5225" y="1091803"/>
            <a:ext cx="4984849" cy="31169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1000" y="4673798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5C7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 Quality Intelligence Platform · AI20K Cohort 2 — Team 116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101" y="0"/>
            <a:ext cx="7876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ƠN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1101" y="323850"/>
            <a:ext cx="7876234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2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1101" y="1108025"/>
            <a:ext cx="787623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spcBef>
                <a:spcPts val="1600"/>
              </a:spcBef>
              <a:buNone/>
            </a:pPr>
            <a:r>
              <a:rPr lang="en-US" sz="1400" dirty="0">
                <a:solidFill>
                  <a:srgbClr val="CFF3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Quality Intelligence Platform — biến mỗi phản hồi thành một chuyến đi tốt hơn.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11101" y="1654076"/>
            <a:ext cx="78762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200"/>
              </a:spcBef>
              <a:buNone/>
            </a:pPr>
            <a:r>
              <a:rPr lang="en-US" sz="1100" dirty="0">
                <a:solidFill>
                  <a:srgbClr val="9BEF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xanhSM · AI20K Build Cohort 2 — Team 116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xanhSM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Quality Intelligence Platform — Tổng quan dự án</dc:title>
  <dc:subject>PptxGenJS Presentation</dc:subject>
  <dc:creator>Team 116 — AI20K Cohort 2</dc:creator>
  <cp:lastModifiedBy>Team 116 — AI20K Cohort 2</cp:lastModifiedBy>
  <cp:revision>1</cp:revision>
  <dcterms:created xsi:type="dcterms:W3CDTF">2026-06-28T04:38:28Z</dcterms:created>
  <dcterms:modified xsi:type="dcterms:W3CDTF">2026-06-28T04:38:28Z</dcterms:modified>
</cp:coreProperties>
</file>