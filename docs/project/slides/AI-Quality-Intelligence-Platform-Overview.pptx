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330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hội đồng. Đây là AI Quality Intelligence Platform của Team 116 — nền tảng phân tích phản hồi khách hàng cho dịch vụ di chuyển xanhSM.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Bài toán xuất phát từ thực tế: hàng nghìn phản hồi mỗi ngày từ nhiều kênh, đội vận hành đọc không xuể, và những sự cố an toàn nghiêm trọng dễ bị chôn vùi.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Vì vậy bài toán là tự động hoá toàn bộ luồng: tiếp nhận, phân loại, phát hiện sớm, định tuyến đúng phòng, và đi tới hành động — dưới các ràng buộc realtime, an toàn, con người trong vòng kiểm soát.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là một khoang lái điều hành chất lượng realtime, gói 11 tính năng vào 4 nhóm: Tiếp nhận, Phân tích, Cảnh báo, Hành động.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kiến trúc: ba tầng frontend / pipeline / supabase, triển khai thành 6 service Railway. Supabase là trục realtime — pipeline ghi, frontend đọc.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luồng vận hành end-to-end. Mỗi bước có sản phẩm kiểm chứng được; máy làm phần nặng, con người giữ các quyết định quan trọng.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1 — thu nhận. Người dùng không khai nhãn; hệ thống che PII rồi để ML tự gán topic, cảm xúc, mức độ. Luật safety ép P5 cho ca nguy hiểm.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2 — khi có spike, LLM phân tích nguyên nhân gốc rễ và đề xuất hành động, rồi giao đúng một trong sáu phòng ban; ticket tự chạy theo SLA.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3 — Human-in-the-loop. Ca nguy hiểm hoặc không chắc vào hàng đợi duyệt; nhân viên sửa hoặc duyệt, mọi thay đổi được ghi log để audit và retrain.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4 — multi-agent. 8 agent cộng orchestrator sinh báo cáo theo phòng, cấu trúc ba khối Vấn đề – Phân tích – Đề xuất, kèm tóm tắt điều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5 — vòng khép kín. Manager biên tập đề xuất trong báo cáo rồi duyệt một nút để tạo task chính thức, có liên kết ngược về báo cáo gốc.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Trước khi đi vào chi tiết, đây là vòng đời một task qua năm trạng thái: đang mở, đã giao, đang xử lý, chờ duyệt, đã xong. Điểm quan trọng là mỗi bước có người chịu trách nhiệm rõ ràng — hệ thống tạo việc, manager giao và duyệt, nhân viên xử lý và báo cáo.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vận hành giao việc: task gom từ ticket và báo cáo đã gắn sẵn phòng ban. Manager mở phần Gán task, hệ thống còn gợi ý người nhận cân bằng tải, rồi chọn nhân viên và đặt hạn để giao. Task đi qua năm trạng thái: đang mở, đã giao, đang xử lý, chờ duyệt, đã xong.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Phía nhân viên: với bộ lọc Việc của tôi, mỗi người chỉ thấy task được giao cho mình. Họ bấm Nhận việc để bắt đầu xử lý, rồi nộp báo cáo hoàn thành ở ba mức; task chuyển sang chờ duyệt để manager phê duyệt khép vòng. Giao diện cũng rút gọn đúng theo quyền.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6 — AI Chat với RAG hybrid. Trả lời có dẫn chứng từ SOP nội bộ; phân quyền tự động: guest chỉ thấy FAQ, staff thấy dữ liệu nội bộ.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Năm nguyên tắc sản phẩm này chi phối mọi quyết định thiết kế — đặc biệt là rút ngắn khoảng cách giữa một lời phàn nàn và một hành động khắc phục.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Hiện trạng: vòng khép kín đã hoàn thiện, chạy trên dữ liệu review tiếng Việt thật. Tiếp theo là mở rộng knowledge base cho 6 phòng và tinh chỉnh đánh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Cảm ơn hội đồng. Em xin sẵn sàng cho phần hỏi đáp.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33400"/>
            <a:ext cx="4080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AI20K · COHORT 2 · TEAM 116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863501"/>
            <a:ext cx="4080510" cy="13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</a:t>
            </a:r>
            <a:endParaRPr lang="en-US" sz="3300" dirty="0"/>
          </a:p>
          <a:p>
            <a:pPr marL="0" indent="0" algn="l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Platform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7950" y="2361009"/>
            <a:ext cx="408051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phân tích chất lượng dịch vụ di chuyển thông minh 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</a:t>
            </a: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bằng AI.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3026122"/>
            <a:ext cx="408051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EA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 phản hồi · Che PII · Phân loại ML · Phát hiện điểm nóng · Định tuyến 6 phòng ban · Multi-agent · Chat RAG.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4514850"/>
            <a:ext cx="40805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8422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React 19 · Supabase · 6 Railway 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86151" y="1285726"/>
            <a:ext cx="4025950" cy="257204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/private/tmp/claude-501/-Users-kenz-de-projects-C2-App-116/3d8df5ac-6b2b-4cce-a997-fe0b4573b465/scratchpad/build/assets/la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077" y="1358652"/>
            <a:ext cx="3880098" cy="24261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đổ về mỗi ngày, nhưng đội vận hành không kịp đọc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hàng nghìn đánh giá từ App Store, Google Play, hotline và khảo sát, vấn đề thật sự bị pha loãng — và sự cố an toàn dễ bị chôn vùi giữa các phản hồi thông thường.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811982"/>
            <a:ext cx="196215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838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92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42925" y="2423071"/>
            <a:ext cx="1671066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mỗi ngày, đa kênh rời rạc — không nguồn tập trung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2085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520851" y="1811982"/>
            <a:ext cx="1962299" cy="0"/>
          </a:xfrm>
          <a:prstGeom prst="line">
            <a:avLst/>
          </a:prstGeom>
          <a:noFill/>
          <a:ln w="47625">
            <a:solidFill>
              <a:srgbClr val="E08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838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085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2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82776" y="2013496"/>
            <a:ext cx="167121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08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Thủ công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682776" y="2423071"/>
            <a:ext cx="1671218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phân loại bằng tay → chậm, thiếu nhất quán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085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60850" y="1811982"/>
            <a:ext cx="1962150" cy="0"/>
          </a:xfrm>
          <a:prstGeom prst="line">
            <a:avLst/>
          </a:prstGeom>
          <a:noFill/>
          <a:ln w="47625">
            <a:solidFill>
              <a:srgbClr val="D24B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823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085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277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D2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Sự cố ẩn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4822775" y="2423071"/>
            <a:ext cx="167106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 nạn, quấy rối, gian lận lẫn trong "nhiễu" phản hồi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070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800701" y="1811982"/>
            <a:ext cx="1962299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823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0070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5464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2626" y="2013496"/>
            <a:ext cx="167121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ứng chậm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6962626" y="2756446"/>
            <a:ext cx="1671218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điểm nóng muộn → mất niềm tin khách hàng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phản hồi thô thành hành động được giao đúng người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luồng tự động, khép kín — từ lúc khách nói, đến lúc đúng phòng ban nhận việc và xử lý dứt điểm.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03661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655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2828" y="2203400"/>
            <a:ext cx="943618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</a:t>
            </a:r>
            <a:endParaRPr lang="en-US" sz="1000" dirty="0"/>
          </a:p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đa kênh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5917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94607" y="1708100"/>
            <a:ext cx="1527572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094607" y="1731913"/>
            <a:ext cx="1527572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7416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4607" y="2855268"/>
            <a:ext cx="1527572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9937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50308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92578" y="2203400"/>
            <a:ext cx="1331631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loại</a:t>
            </a:r>
            <a:endParaRPr lang="en-US" sz="1000" dirty="0"/>
          </a:p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mức độ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72929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808363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808363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3102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08363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3125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3915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28386" y="2203400"/>
            <a:ext cx="108737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sớm</a:t>
            </a:r>
            <a:endParaRPr lang="en-US" sz="1000" dirty="0"/>
          </a:p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nóng &amp; sự cố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86536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2197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52197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4463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197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26732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752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669887" y="2203400"/>
            <a:ext cx="123144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tuyến</a:t>
            </a:r>
            <a:endParaRPr lang="en-US" sz="1000" dirty="0"/>
          </a:p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đúng 1 trong 6 phòng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0014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235577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7235577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58237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35577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40339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91129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516779" y="2203400"/>
            <a:ext cx="9648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</a:t>
            </a:r>
            <a:endParaRPr lang="en-US" sz="1000" dirty="0"/>
          </a:p>
          <a:p>
            <a:pPr marL="0" indent="0" algn="ctr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&amp; duyệt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1000" y="3088630"/>
            <a:ext cx="8382000" cy="747117"/>
          </a:xfrm>
          <a:prstGeom prst="roundRect">
            <a:avLst>
              <a:gd name="adj" fmla="val 169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093393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088630"/>
            <a:ext cx="0" cy="74711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3830985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088630"/>
            <a:ext cx="0" cy="747117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3250555"/>
            <a:ext cx="8170736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7"/>
              </a:lnSpc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Ràng buộc: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realtime, an toàn được ưu tiên tuyệt đối, giữ con người trong vòng kiểm soát, và phân quyền dữ liệu theo vai trò.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599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TỔNG QUAN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"khoang lái" điều hành chất lượng theo thời gian thực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437829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phản hồi đa kênh, streaming realtime.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phân loại + ma trận rủi ro 5 chiều bằng LLM.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phát hiện spike → alert/ticket định tuyến 6 phòng.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multi-agent, báo cáo AI, khép kín báo cáo → task.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361629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434554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tầng, một trục realtime, sáu service triển khai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44178"/>
            <a:ext cx="2692301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67991"/>
            <a:ext cx="269230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685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2252663"/>
            <a:ext cx="269230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44203"/>
            <a:ext cx="24158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 — Frontend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2925" y="1498104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Start + React 19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2925" y="1718370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Cockpit, Chat, Admin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2925" y="1938635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Supabase realtime (RLS)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25701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25701" y="1067991"/>
            <a:ext cx="2692450" cy="0"/>
          </a:xfrm>
          <a:prstGeom prst="line">
            <a:avLst/>
          </a:prstGeom>
          <a:noFill/>
          <a:ln w="47625">
            <a:solidFill>
              <a:srgbClr val="0E6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1338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25701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04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7626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E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 — Backend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7626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FastAPI: clean → classify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87626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→ spike → LLM agent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7626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worker nền (ticket/ingest/ml/agent)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70550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70550" y="1067991"/>
            <a:ext cx="2692450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82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0550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7531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2475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 — Dữ liệu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232475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RLS + RBAC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475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migration, pgvector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32475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Trục nối: pipeline ghi · FE đọc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1000" y="2435126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81000" y="2439888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58237" y="2435126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314533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9575" y="2435126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0550" y="2597051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khai: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Railway service Docker — frontend, backend (web API) và 4 worker dùng chung </a:t>
            </a:r>
            <a:r>
              <a:rPr lang="en-US" sz="1100" i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là trục: pipeline Python ghi kết quả, frontend đọc trực tiếp để hiển thị realtime.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1998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VẬN HÀNH E2E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review thô đến task được phê duyệt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929878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bước có sản phẩm rõ ràng và có thể kiểm chứng — máy làm phần nặng, con người giữ quyết định quan trọng.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305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9735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2631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thô đa kênh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43161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226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37697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5624" y="1835051"/>
            <a:ext cx="8233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 PII tự động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2097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90081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15510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407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phân loại + rule safety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9893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68043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93472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34454" y="1835051"/>
            <a:ext cx="7972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spike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76750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45856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1286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84182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/ Ticket định tuyến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54712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2381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49248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62146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duyệt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3252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01632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27061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39958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AI theo phòng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048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79594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305023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17921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→ Task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1000" y="2450902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381000" y="245566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7" y="2450902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" y="3161109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9575" y="2450902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0550" y="2612827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xuyên suốt: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toàn ép mức P5 dù model nghĩ khác; ca không chắc/safety tự vào hàng đợi duyệt; mọi chỉnh sửa được ghi log phục vụ audit và retrain.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1873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①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nhận, che PII &amp; phân loại tự động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gửi chỉ nhập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+ kênh + khu vực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không khai nhãn.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tự động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SĐT, email, biển số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trước khi lưu.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TF-IDF/LinearSVC tự gán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severity + confidence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tiếng Việt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ép P5 cho tai nạn/quấy rối — không nhường xác suất.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②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→ Alert → Ticket định tuyến 6 phòng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215830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detector bắt vùng dồn P4/P5 vượt ngưỡng.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phân tích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nhân gốc rễ + hành động đề xuất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đúng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trong 6 phòng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IT · CSKH · Vận hành · Tài chính · Sản phẩm · Rủi ro &amp; Gian lận.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tự chuyển trạng thái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→ in_progress → resolved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③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con người giữ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đợi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duyệt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ca P5 / safety / confidence thấp.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nêu rõ lý do — ví dụ phát hiện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khoá an toàn "cướp"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nhãn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hoặc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trong vài giây.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sửa đổi ghi vào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correction_logs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 + dữ liệu retrain.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④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&amp; Báo cáo AI theo phòng ban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 nghiệp vụ + orchestrator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theo lịch (09:00 &amp; 14:00).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phòng có "trợ lý AI" tổng hợp tình hình riêng.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cấu trúc 3 khối: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→ Phân tích → Đề xuất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Kèm tóm tắt điều hành, mức rủi ro và cảnh báo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⑤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kín: từ Báo cáo AI tới Task chính thức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biên tập draft task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từ đề xuất của báo cáo (phạm vi, ưu tiên).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nút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tạo task chính thức trên Task Board.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mang badge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"Từ báo cáo"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kết ngược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báo cáo gốc.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&amp; theo dõi task theo từng phòng ban.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VÒNG ĐỜI TASK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trạng thái, rõ ai làm gì ở mỗi bước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929878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task đi qua một vòng đời thống nhất — máy tạo việc, manager giao &amp; duyệt, nhân viên xử lý &amp; báo cáo.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444823"/>
            <a:ext cx="1351359" cy="0"/>
          </a:xfrm>
          <a:prstGeom prst="line">
            <a:avLst/>
          </a:prstGeom>
          <a:noFill/>
          <a:ln w="57150">
            <a:solidFill>
              <a:srgbClr val="E089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759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8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E08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mở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8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88" y="2080171"/>
            <a:ext cx="112578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từ ticket/báo cáo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8311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3866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2138660" y="1444823"/>
            <a:ext cx="1351359" cy="0"/>
          </a:xfrm>
          <a:prstGeom prst="line">
            <a:avLst/>
          </a:prstGeom>
          <a:noFill/>
          <a:ln w="57150">
            <a:solidFill>
              <a:srgbClr val="5B6C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525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3866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342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5144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5B6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giao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5144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51448" y="2080171"/>
            <a:ext cx="112578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người nhận + đặt hạn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4077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9632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896320" y="1444823"/>
            <a:ext cx="1351359" cy="0"/>
          </a:xfrm>
          <a:prstGeom prst="line">
            <a:avLst/>
          </a:prstGeom>
          <a:noFill/>
          <a:ln w="57150">
            <a:solidFill>
              <a:srgbClr val="2E8B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91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9632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0108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0910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2E8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xử lý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00910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2E8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09108" y="2080171"/>
            <a:ext cx="112578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"Nhận việc"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9843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65398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653980" y="1444823"/>
            <a:ext cx="1351359" cy="0"/>
          </a:xfrm>
          <a:prstGeom prst="line">
            <a:avLst/>
          </a:prstGeom>
          <a:noFill/>
          <a:ln w="57150">
            <a:solidFill>
              <a:srgbClr val="7A5A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0057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5398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5874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676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Chờ duyệt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6676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2E8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766768" y="2080171"/>
            <a:ext cx="112578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báo cáo hoàn thành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5609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7411641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7411641" y="1444823"/>
            <a:ext cx="1351359" cy="0"/>
          </a:xfrm>
          <a:prstGeom prst="line">
            <a:avLst/>
          </a:prstGeom>
          <a:noFill/>
          <a:ln w="57150">
            <a:solidFill>
              <a:srgbClr val="1FA9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758238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11641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1640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24429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xong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524429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24429" y="2080171"/>
            <a:ext cx="112578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duyệt, khép vòng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81000" y="2818507"/>
            <a:ext cx="8382000" cy="728960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381000" y="2823270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58237" y="2818507"/>
            <a:ext cx="0" cy="72896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1000" y="3542705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09575" y="2818507"/>
            <a:ext cx="0" cy="72896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550" y="2980432"/>
            <a:ext cx="8170736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5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chuyển trạng thái đều </a:t>
            </a: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log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phục vụ audit; task </a:t>
            </a: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quá hạn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được tự đánh dấu để manager theo dõi. Quyền thao tác được kiểm ở backend theo vai trò &amp; phòng ban.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8869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GIAO VIỆC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phân chia &amp; giao việc cho nhân viên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gom từ ticket/báo cáo,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sẵn phòng ban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phụ trách.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"Gán task"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AI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 người nhận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cân bằng tải trong phòng.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nhân viên + đặt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hoàn thành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bấm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Vòng đời: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mở → Đã giao → Đang xử lý → Chờ duyệt → Đã xong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NHÂN VIÊN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nhận việc, xử lý &amp; báo cáo lên quản lý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"Việc của tôi":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thấy task được giao cho mình (lọc theo phòng + người nhận).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"Nhận việc"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 chuyển sang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xử lý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hoàn thành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(Hoàn thành / Một phần / Bị chặn) → task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Chờ duyệt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để khép vòng; giao diện rút gọn đúng quyền (RBAC).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sta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 + RAG Hybrid, phân quyền theo vai trò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Search: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 embed-multilingual-v3 + BM25-lite + RRF (k=60)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lời có dẫn chứng — trích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nội bộ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bảng dữ liệu thật.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động: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FAQ công khai, </a:t>
            </a: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thấy nội bộ.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giao diện chat — quyền truy cập đổi theo role.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 DUY SẢN PHẨM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nguyên tắc định hình mọi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69628"/>
            <a:ext cx="1554361" cy="2686050"/>
          </a:xfrm>
          <a:prstGeom prst="roundRect">
            <a:avLst>
              <a:gd name="adj" fmla="val 817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93440"/>
            <a:ext cx="155436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3059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3750915"/>
            <a:ext cx="155436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69653"/>
            <a:ext cx="125512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2925" y="1571179"/>
            <a:ext cx="1255121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không nhường xác suất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2925" y="1983730"/>
            <a:ext cx="125512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safety ép P5 dù model nghĩ khác.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8776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08776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3750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776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252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968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4968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9686" y="1983730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đề xuất, con người quyết &amp; chịu trách nhiệm.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9467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79467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441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9467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943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659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95659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56596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4 vai trò, dữ liệu lọc theo role qua RLS.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0158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50158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132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0158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34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350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63505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phản hồi → hành động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3505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phân tích phải dẫn tới việc được giao.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0849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720849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849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325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7041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70415" y="1571179"/>
            <a:ext cx="1255273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Realtime-first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70415" y="1809155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vấn đề khi nó đang xảy ra, không phải hôm sau.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958828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963591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958828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4669036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958828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4120753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không dừng ở "phân loại đúng" — nó được thiết kế để </a:t>
            </a: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rút ngắn khoảng cách giữa một lời phàn nàn và một hành động khắc phục</a:t>
            </a: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hoàn thiện vòng khép kín, sẵn sàng mở rộng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task loop, Human-in-the-loop, RAG hybrid, định tuyến 6 phòng.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streaming ~50 review/giây + scheduler tự sinh alert/ticket.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chứng: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trên dữ liệu review tiếng Việt thật từ App Store/Google Play.</a:t>
            </a:r>
            <a:endParaRPr lang="en-US" sz="1150" dirty="0"/>
          </a:p>
          <a:p>
            <a:pPr marL="88900" indent="-88900" algn="l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theo:</a:t>
            </a: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mở rộng KB nội bộ cho 6 phòng, tinh chỉnh ML &amp; đánh giá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blurRad="133350" dist="47625" dir="3180000" algn="bl" rotWithShape="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433833-13CA-C160-EAB7-1FF8F4B1A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018" y="1138757"/>
            <a:ext cx="4913262" cy="305410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01" y="0"/>
            <a:ext cx="7876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1101" y="323850"/>
            <a:ext cx="7876234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1101" y="1108025"/>
            <a:ext cx="78762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1600"/>
              </a:spcBef>
              <a:buNone/>
            </a:pPr>
            <a:r>
              <a:rPr lang="en-US" sz="14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 Intelligence Platform — biến mỗi phản hồi thành một chuyến đi tốt hơn.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11101" y="1654076"/>
            <a:ext cx="78762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200"/>
              </a:spcBef>
              <a:buNone/>
            </a:pPr>
            <a:r>
              <a:rPr lang="en-US" sz="11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AI20K Build Cohort 2 — Team 116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2529</Words>
  <Application>Microsoft Macintosh PowerPoint</Application>
  <PresentationFormat>On-screen Show (16:9)</PresentationFormat>
  <Paragraphs>239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xanhSM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Quality Intelligence Platform — Tổng quan dự án</dc:title>
  <dc:subject>PptxGenJS Presentation</dc:subject>
  <dc:creator>Team 116 — AI20K Cohort 2</dc:creator>
  <cp:lastModifiedBy>Khang Đức</cp:lastModifiedBy>
  <cp:revision>2</cp:revision>
  <dcterms:created xsi:type="dcterms:W3CDTF">2026-06-28T04:38:28Z</dcterms:created>
  <dcterms:modified xsi:type="dcterms:W3CDTF">2026-06-28T04:45:30Z</dcterms:modified>
</cp:coreProperties>
</file>